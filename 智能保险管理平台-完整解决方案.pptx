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各环节自动化率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理赔效率提升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材料收集</c:v>
                  </c:pt>
                  <c:pt idx="1">
                    <c:v>OCR识别</c:v>
                  </c:pt>
                  <c:pt idx="2">
                    <c:v>规则校验</c:v>
                  </c:pt>
                  <c:pt idx="3">
                    <c:v>理算定损</c:v>
                  </c:pt>
                  <c:pt idx="4">
                    <c:v>审批结案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80</c:v>
                </c:pt>
                <c:pt idx="2">
                  <c:v>90</c:v>
                </c:pt>
                <c:pt idx="3">
                  <c:v>75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A56D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A56DB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智能保险管理平台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Insurance Management 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完整解决方案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产品配置 · 智能理赔 · AI赋能 · 全流程数字化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89888"/>
            <a:ext cx="320040" cy="3200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89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项目背景与挑战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99032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平台架构总览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37944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2267712"/>
            <a:ext cx="320040" cy="3200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97280" y="22494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产品配置管理系统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76856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2706624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97280" y="2688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智能理赔管理系统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15768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40080" y="3145536"/>
            <a:ext cx="320040" cy="3200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2" name="Text 16"/>
          <p:cNvSpPr/>
          <p:nvPr/>
        </p:nvSpPr>
        <p:spPr>
          <a:xfrm>
            <a:off x="64008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09728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AI智能服务引擎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274320" cy="2743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40080" y="358444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3584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0972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数据分析与决策</a:t>
            </a:r>
            <a:endParaRPr lang="en-US" sz="15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93592"/>
            <a:ext cx="274320" cy="2743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30" name="Text 22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097280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系统安全与部署</a:t>
            </a:r>
            <a:endParaRPr lang="en-US" sz="15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032504"/>
            <a:ext cx="274320" cy="27432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44622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25"/>
          <p:cNvSpPr/>
          <p:nvPr/>
        </p:nvSpPr>
        <p:spPr>
          <a:xfrm>
            <a:off x="640080" y="4462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1097280" y="4443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项目价值与愿景</a:t>
            </a:r>
            <a:endParaRPr lang="en-US" sz="15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471416"/>
            <a:ext cx="274320" cy="27432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5943600" y="1097280"/>
            <a:ext cx="2926080" cy="3474720"/>
          </a:xfrm>
          <a:prstGeom prst="rect">
            <a:avLst/>
          </a:prstGeom>
          <a:solidFill>
            <a:srgbClr val="E8F0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2011680"/>
            <a:ext cx="1097280" cy="10972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126480" y="3200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一站式保险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数字化平台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项目背景与挑战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Build This Platform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行业痛点分析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6459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产品配置复杂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保险产品种类多、条款复杂，手动配置耗时长、易出错，缺乏统一管理规范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54864" cy="16459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理赔流程低效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材料收集散乱、审核依赖人工经验、处理周期长，客户满意度低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92608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数据孤岛严重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31520" y="3703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产品、理赔、客户数据分散在不同系统，无法联动分析与决策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AI能力缺失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029200" y="3703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缺乏智能识别、自动审核、智能客服等AI辅助能力，运营成本高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平台架构总览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双系统协同架构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后台配置系统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 · React + TypeScript + Vite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产品管理 / 条款管理 / 理赔配置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公司管理 / 策略引擎 / 用户权限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14400"/>
            <a:ext cx="393192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智能理赔助手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 · AI Agent + 对话式交互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智能对话 / 材料上传识别 / 意图理解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OCR提取 / 自动报案 / 实时状态追踪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02920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02920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658112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703832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703832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类型安全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859024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2904744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904744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样式体系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059936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105656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105656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构建工具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260848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306568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306568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461760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6507480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507480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进程管理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662672" y="3383280"/>
            <a:ext cx="102412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7708392" y="34747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Gemini/Claude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708392" y="3794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AI引擎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产品配置管理系统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Product Configuration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核心功能模块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产品全生命周期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支持健康、意外、重疾、寿险、年金、车险等全品类配置，三级分类体系，草稿/生效/失效状态管理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1440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972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条款与责任管理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主险/附加险条款配置，保障责任项管理，覆盖范围与免赔额灵活设定，版本追踪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914400"/>
            <a:ext cx="265176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公司与渠道管理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保险公司档案管理，偿付能力监控，销售区域配置，多渠道费率表与现金价值表维护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9260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292608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089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策略决策引擎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基于决策表的产品推荐策略，行业数据关联，智能匹配规则，险种分类精细化管理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26080"/>
            <a:ext cx="265176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089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报价与保单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42900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在线报价生成，保单全流程管理，投保人/被保人信息管理，保单状态实时追踪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2608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1089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数据看板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0936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多维度产品数据统计，理赔数据可视化，运营指标分析，实时监控告警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智能理赔管理系统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Claims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理赔全流程数字化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005840"/>
            <a:ext cx="640080" cy="64008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325880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报案受理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在线/语音报案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智能表单收集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640080" cy="64008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材料审核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OCR识别提取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规则自动校验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005840"/>
            <a:ext cx="640080" cy="64008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理算定损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公式引擎计算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规则集匹配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1005840"/>
            <a:ext cx="640080" cy="64008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审批结案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多级审批流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自动赔付通知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46120"/>
            <a:ext cx="196596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01568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868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理赔材料管理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材料分类目录，必要性规则配置，校验规则引擎，支持影像件/票据多类型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560320" y="324612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0" y="324612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401568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06324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发票OCR审核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2697480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医疗发票智能识别，ICD-10编码匹配，医疗目录比对，异常自动标注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754880" y="324612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754880" y="3246120"/>
            <a:ext cx="196596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401568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25780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理赔工作台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892040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案件全景视图，材料在线审阅，批注与意见协作，一站式操作界面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949440" y="3246120"/>
            <a:ext cx="1965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949440" y="324612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401568"/>
            <a:ext cx="292608" cy="29260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452360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规则与公式引擎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086600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可视化规则集配置，计算公式管理，赔付比例自动计算，多条件组合匹配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AI智能服务引擎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 Engine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AI赋能全场景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38404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SmartClaim AI 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智能理赔助手 — 独立AI应用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对话式理赔报案，自然语言交互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350008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意图识别引擎，精准理解客户需求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2734056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文档智能上传与OCR信息提取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118104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多轮对话引导，自动补全缺失信息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3502152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理赔进度实时查询与推送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3886200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多AI模型支持（Gemini / Claude）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914400"/>
            <a:ext cx="1874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914400"/>
            <a:ext cx="187452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9728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84632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OCR智能识别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46320" y="1874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发票、身份证、病历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自动提取结构化数据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812280" y="914400"/>
            <a:ext cx="1874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812280" y="914400"/>
            <a:ext cx="187452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0372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ICD-10匹配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903720" y="1874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诊断编码智能匹配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医疗目录自动比对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754880" y="2834640"/>
            <a:ext cx="1874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754880" y="2834640"/>
            <a:ext cx="1874520" cy="4572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01752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84632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语音理赔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84632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语音转文字报案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方言识别适配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812280" y="2834640"/>
            <a:ext cx="1874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812280" y="2834640"/>
            <a:ext cx="187452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301752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90372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AI模型管理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690372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多模型对比测试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成本分析与优化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数据分析与决策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Decision Support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数据驱动的智能决策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保险品类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91440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全覆盖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管理模块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783080"/>
            <a:ext cx="91440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一站式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AI引擎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783080"/>
            <a:ext cx="91440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双模型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1920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05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流程数字化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1783080"/>
            <a:ext cx="91440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全在线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468880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3949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决策支持能力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394960" y="2926080"/>
            <a:ext cx="54864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3" name="Text 20"/>
          <p:cNvSpPr/>
          <p:nvPr/>
        </p:nvSpPr>
        <p:spPr>
          <a:xfrm>
            <a:off x="562356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数据看板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23560" y="3127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实时运营指标监控，多维数据可视化呈现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94960" y="347472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/>
          <p:nvPr/>
        </p:nvSpPr>
        <p:spPr>
          <a:xfrm>
            <a:off x="5623560" y="3474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策略引擎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23560" y="3675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决策表驱动的产品推荐，规则可视化配置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394960" y="4023360"/>
            <a:ext cx="54864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9" name="Text 26"/>
          <p:cNvSpPr/>
          <p:nvPr/>
        </p:nvSpPr>
        <p:spPr>
          <a:xfrm>
            <a:off x="562356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AI分析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23560" y="4224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智能异常检测，风控预警，趋势预测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394960" y="4572000"/>
            <a:ext cx="54864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9"/>
          <p:cNvSpPr/>
          <p:nvPr/>
        </p:nvSpPr>
        <p:spPr>
          <a:xfrm>
            <a:off x="5623560" y="4572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操作日志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23560" y="4773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全操作审计追踪，系统安全合规保障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系统安全与部署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Deployment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企业级安全与高可用部署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安全体系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用户认证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多角色权限管理，登录凭证加密存储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14884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5856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数据安全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4300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敏感信息脱敏，传输加密保护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92608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2608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580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操作审计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300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全链路操作日志，异常行为实时告警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70332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703320"/>
            <a:ext cx="54864" cy="640080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1304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访问控制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基于角色的功能权限，数据隔离策略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3776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部署架构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54880" y="137160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48132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406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双实例部署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406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PM2进程管理，端口3005/3008双实例热备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54880" y="214884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214884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258568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406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自动化部署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4068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一键部署脚本，SSH远程发布，自动回滚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292608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292608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035808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4406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SPA路由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44068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Express服务端渲染，HTML5 History模式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754880" y="3703320"/>
            <a:ext cx="3931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754880" y="37033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813048"/>
            <a:ext cx="320040" cy="32004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4406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弹性扩展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544068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支持多实例横向扩展，负载均衡就绪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项目价值与愿景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&amp; Vision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平台核心价值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96596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理赔处理周期缩短60%以上，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材料审核自动化率超80%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9144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7373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成本降低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51760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人工审核工作量大幅减少，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AI替代重复性劳动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9144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914400"/>
            <a:ext cx="1965960" cy="45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7373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体验优化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46320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客户自助报案全流程在线，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实时进度查询零等待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49440" y="914400"/>
            <a:ext cx="1965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9440" y="914400"/>
            <a:ext cx="1965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6949440" y="1097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2x</a:t>
            </a:r>
            <a:endParaRPr lang="en-US" sz="3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17373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风控升级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40880" y="2514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AI异常检测与规则引擎双重保障，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降低赔付风险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未来愿景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打造保险行业一站式数字化平台，以AI为核心驱动力，实现产品配置智能化、理赔流程自动化、客户服务个性化，助力保险企业降本增效，引领行业数字化转型升级。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56D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1A56DB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智能保险管理平台 — 完整解决方案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智能保险管理平台 - 完整解决方案</dc:title>
  <dc:subject>PptxGenJS Presentation</dc:subject>
  <dc:creator>Insurance Solution</dc:creator>
  <cp:lastModifiedBy>Insurance Solution</cp:lastModifiedBy>
  <cp:revision>1</cp:revision>
  <dcterms:created xsi:type="dcterms:W3CDTF">2026-03-30T08:10:11Z</dcterms:created>
  <dcterms:modified xsi:type="dcterms:W3CDTF">2026-03-30T08:10:11Z</dcterms:modified>
</cp:coreProperties>
</file>